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98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oljirushabh/hyrd.m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PROJECT DOCUMENT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AI-powered job application assistant that rewrites your resume, writes your cover letter, and answers application questions - in a way that sounds like you wrote it, not a machine.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457200" cy="0"/>
          </a:xfrm>
          <a:prstGeom prst="line">
            <a:avLst/>
          </a:prstGeom>
          <a:noFill/>
          <a:ln w="381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 does not invent keywords, bullets, or examples on the resume. It simply optimizes what is already there.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 are broken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send the same resume to every job. The ones who do tailor it usually end up with something that reads like it was written by a corporate chatbot. ATS systems reject qualified candidates before a human ever reads their name, and the tools built to help have made the writing worse.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 was built to fix that - not by gaming the system, but by doing what a great career coach would do: taking what you have, understanding what the role needs, and finding the honest overlap between the two, written in plain, direct human language.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45720" cy="1188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resume is not a biography. It is a relevance argument - every word should answer one question: why is this person the right fit for this specific role.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behind Hyrd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Hyrd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market has quietly become a numbers game that punishes good candidates. Companies receive hundreds of applications for a single opening. The first filter is software, and that software is looking for specific words, not talent.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8620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rejected by ATS before a recruiter sees them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6974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8620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a recruiter spends on a resume that makes it through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6974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01000" y="28620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0100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received on average per corporate job posting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time, career coaches cost hundreds of dollars per session, resume services churn out templates, and AI tools produce output so obviously machine-written that recruiters now flag it on sight.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problems, one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8514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make it worse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2585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output is full of em dashes and uniform bullet structures. Recruiters and AI detectors both flag it instantly.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2992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0" y="1874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help is out of reach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0" y="22585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resume writer charges $300–$1,000. Career coaches charge by the hour. Most job seekers cannot afford that.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FB95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works, but takes too long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40873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properly for one application takes 2–3 hours. Ten applications means 20–30 hours before a single interview.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35204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749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C63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3703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can't see what ATS wants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0" y="408736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have never seen an ATS score for their own resume, or know which keywords they're missing.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Hyrd is trying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ATS match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keyword, responsibility, and requirement in the job description gets addressed somewhere in the resume. The AI audits coverage line by line and fills gaps.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8745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2075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tells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49631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 dashes. No “Furthermore.” No “leveraged synergies.” A long banned-words list is baked into every generation - output has to pass humans and AI detectors alike.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178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format, invisibly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9943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bullets are written in Situation/Action/Result format but structured so the format disappears - they read as natural recollections, not filled-in templates.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397764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4178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Q&amp;A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459943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any application questions and get answers grounded in your actual background and the specific role, not generic interview-prep boilerplate.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663440"/>
          </a:xfrm>
          <a:prstGeom prst="roundRect">
            <a:avLst>
              <a:gd name="adj" fmla="val 1961"/>
            </a:avLst>
          </a:prstGeom>
          <a:solidFill>
            <a:srgbClr val="080B11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0D10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9842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your resume and cover letter - naturally, strategically, undetectably.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578608"/>
            <a:ext cx="49057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Job Description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926080"/>
            <a:ext cx="4169893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3127248"/>
            <a:ext cx="3434029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3328416"/>
            <a:ext cx="3924605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529584"/>
            <a:ext cx="2698166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68796" y="246888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1676" y="2578608"/>
            <a:ext cx="49057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Your Resume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51676" y="2926080"/>
            <a:ext cx="3924605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51676" y="3127248"/>
            <a:ext cx="3188741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51676" y="3328416"/>
            <a:ext cx="3679317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51676" y="3529584"/>
            <a:ext cx="2452878" cy="5486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10543032" cy="411480"/>
          </a:xfrm>
          <a:prstGeom prst="roundRect">
            <a:avLst>
              <a:gd name="adj" fmla="val 17778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10543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Tailor My Resume &amp; Generate Cover Letter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617720"/>
            <a:ext cx="10543032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7552" y="4759452"/>
            <a:ext cx="768096" cy="768096"/>
          </a:xfrm>
          <a:prstGeom prst="pie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7552" y="4759452"/>
            <a:ext cx="768096" cy="768096"/>
          </a:xfrm>
          <a:prstGeom prst="pie">
            <a:avLst>
              <a:gd name="adj1" fmla="val 16200000"/>
              <a:gd name="adj2" fmla="val 15300000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33490" y="4905390"/>
            <a:ext cx="476220" cy="476220"/>
          </a:xfrm>
          <a:prstGeom prst="ellipse">
            <a:avLst/>
          </a:prstGeom>
          <a:solidFill>
            <a:srgbClr val="080B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7552" y="4942332"/>
            <a:ext cx="768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7552" y="523494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965960" y="474573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Match Confidence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65960" y="5001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aligns closely with all primary JD requirements and keyword clusters.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7640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646920" y="4818888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46920" y="4818888"/>
            <a:ext cx="1009498" cy="73152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835640" y="47640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50840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Alignment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46920" y="5138928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46920" y="5138928"/>
            <a:ext cx="988466" cy="73152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835640" y="508406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2960" y="5833872"/>
            <a:ext cx="2025579" cy="256032"/>
          </a:xfrm>
          <a:prstGeom prst="roundRect">
            <a:avLst>
              <a:gd name="adj" fmla="val 50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" y="5833872"/>
            <a:ext cx="202557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stakeholder management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58267" y="5833872"/>
            <a:ext cx="1587764" cy="256032"/>
          </a:xfrm>
          <a:prstGeom prst="roundRect">
            <a:avLst>
              <a:gd name="adj" fmla="val 50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58267" y="5833872"/>
            <a:ext cx="15877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cross-functional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55759" y="5833872"/>
            <a:ext cx="1441826" cy="256032"/>
          </a:xfrm>
          <a:prstGeom prst="roundRect">
            <a:avLst>
              <a:gd name="adj" fmla="val 50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55759" y="5833872"/>
            <a:ext cx="1441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agile delivery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07313" y="5833872"/>
            <a:ext cx="712135" cy="256032"/>
          </a:xfrm>
          <a:prstGeom prst="roundRect">
            <a:avLst>
              <a:gd name="adj" fmla="val 50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07313" y="5833872"/>
            <a:ext cx="712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OKRs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and is not in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tailoring, cover letter generation, application Q&amp;A, ATS scoring, PDF and DOCX upload, TXT and DOCX export, keyword audit, STAR bullet generation, grammar and consistency checking.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96596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2240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74320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searching, application tracking, interview scheduling, LinkedIn integration, and fabricating credentials or experience. Hyrd enhances what is already there - it does not invent.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07040" cy="3209544"/>
          </a:xfrm>
          <a:prstGeom prst="roundRect">
            <a:avLst>
              <a:gd name="adj" fmla="val 2279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733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6733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829800" y="17373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29800" y="17373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0574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(claude-sonnet-4)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29800" y="21214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29800" y="212140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441448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441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4414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by Mozilla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29800" y="250545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29800" y="25054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2825496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28254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parsing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82549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29800" y="288950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29800" y="28895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3209544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2095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export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320954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docx.js with custom font hierarchy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29800" y="32735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29800" y="32735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3593592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3593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5935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styles, no CSS framework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29800" y="365760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29800" y="365760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" y="3977640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3977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26080" y="39776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function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29800" y="40416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29800" y="404164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" y="4361688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43616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36168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29800" y="442569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829800" y="442569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494690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databases, no user accounts, and no stored data. Everything runs in memory for the duration of a session. The only external call is to the Anthropic API, routed through a serverless proxy so the API key never reaches the browser.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ATS score on tailored resumes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9659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formats: on-screen, TXT, and DOCX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9659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010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0100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tells permitted in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tailored resume is a clean DOCX with a proper font hierarchy: Calibri 18pt bold for the candidate name, 11pt bold section headers with a rule line underneath, 10pt body text, and native Word bullet formatting. It opens cleanly in Microsoft Word and Google Docs without formatting artifacts.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GitHub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 is fully open source under the MIT license. The entire codebase is a single React component plus a one-file Vercel serverless proxy - no proprietary dependencies, no locked APIs beyond Anthropic, and no build-time configuration beyond an environment variable for the API key.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0607040" cy="2404872"/>
          </a:xfrm>
          <a:prstGeom prst="roundRect">
            <a:avLst>
              <a:gd name="adj" fmla="val 3042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80B1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src/App.js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17320" y="30815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React component, all UI and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921240" y="29169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21240" y="291693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41985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80B1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392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api/generate.js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17320" y="3648456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proxy for the Anthropic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21240" y="348386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21240" y="3483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3904488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98678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80B1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4215384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config for API and SPA fallback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921240" y="405079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21240" y="40507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4471416"/>
            <a:ext cx="100584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455371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80B1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4553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417320" y="478231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deployment, and usage documentation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921240" y="46177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21240" y="46177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62E0D-A92A-79A2-4764-50CB4E99A903}"/>
              </a:ext>
            </a:extLst>
          </p:cNvPr>
          <p:cNvSpPr txBox="1"/>
          <p:nvPr/>
        </p:nvSpPr>
        <p:spPr>
          <a:xfrm>
            <a:off x="548640" y="1176005"/>
            <a:ext cx="310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3"/>
              </a:rPr>
              <a:t>(</a:t>
            </a:r>
            <a:r>
              <a:rPr lang="en-US" u="sng" dirty="0" err="1">
                <a:solidFill>
                  <a:srgbClr val="0070C0"/>
                </a:solidFill>
                <a:hlinkClick r:id="rId3"/>
              </a:rPr>
              <a:t>raoljirushabh</a:t>
            </a:r>
            <a:r>
              <a:rPr lang="en-US" u="sng" dirty="0">
                <a:solidFill>
                  <a:srgbClr val="0070C0"/>
                </a:solidFill>
                <a:hlinkClick r:id="rId3"/>
              </a:rPr>
              <a:t>/hyrd.me</a:t>
            </a:r>
            <a:r>
              <a:rPr lang="en-US" dirty="0">
                <a:solidFill>
                  <a:srgbClr val="0070C0"/>
                </a:solidFill>
                <a:hlinkClick r:id="rId3"/>
              </a:rPr>
              <a:t>)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and run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0D1117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https://github.com/YOUR_USERNAME/hyrd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</a:t>
            </a: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</a:t>
            </a: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</a:t>
            </a: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are welcome. If something about the prompt engineering, the DOCX formatting, or the ATS scoring logic can be improved, open an issue or send a pull request. The goal is for the output to keep getting harder to distinguish from a human who knows what they are doing.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0607040" cy="0"/>
          </a:xfrm>
          <a:prstGeom prst="line">
            <a:avLst/>
          </a:prstGeom>
          <a:noFill/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MIT. Free to use, fork, modify, and deploy. The only ask is that you do not use Hyrd to fabricate experience or credentials that do not belong to you.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Hyrd.me  •  Project Document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1258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Rushabh Raolji</cp:lastModifiedBy>
  <cp:revision>3</cp:revision>
  <dcterms:created xsi:type="dcterms:W3CDTF">2026-07-16T19:32:53Z</dcterms:created>
  <dcterms:modified xsi:type="dcterms:W3CDTF">2026-07-16T19:41:42Z</dcterms:modified>
</cp:coreProperties>
</file>